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152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7B094-0325-4064-ADAD-79FFF06E6DE4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EA840-7E11-4EB2-9D4A-3919CCA10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5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BEA840-7E11-4EB2-9D4A-3919CCA1062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34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TELEPHONY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2FF"/>
                </a:solidFill>
                <a:latin typeface="Segoe UI"/>
              </a:defRPr>
            </a:pPr>
            <a:r>
              <a:t>Online Sanity Testing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A modern web-based tool for remote telephony sanity testing — replacing heavyweight</a:t>
            </a:r>
            <a:br/>
            <a:r>
              <a:t>Remote PC sessions with a lightweight, multi-user, real-time browser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5943600"/>
            <a:ext cx="12188952" cy="914400"/>
          </a:xfrm>
          <a:prstGeom prst="round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LG Electronics  |  Connected Service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080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February 2026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THE PROBLEM  —  Remote PC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Segoe UI"/>
              </a:defRPr>
            </a:pPr>
            <a:r>
              <a:t>❌  Remote PC  (Current Method)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Only ONE user can connect at a time (exclusive session)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Requires full desktop streaming — high bandwidth needed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Slow &amp; laggy UI — screen refresh delays up to 2-3 seconds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If connection drops, session is lost entirely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No parallel testing — team waits for one person to finish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Device physical access required to troubleshoot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No automated regression — everything is manual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DLT logs require separate setup on each PC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No real-time device status dashboard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No test history / export capability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4444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IP conflicts when multiple users try to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225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✅  Telephony Manager  (Our Solution)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Multi-user access — unlimited tabs, zero conflicts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Lightweight browser UI — no screen streaming needed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Instant command execution — sub-second response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Session persists even if browser tab is refreshed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Parallel testing — team works simultaneously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Remote device access via ADB over network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Built-in automated regression with CSV export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DLT bridge auto-configures per user session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Live device dashboard (IMEI, SIM, Radio, Region)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Full test history with PASS/FAIL export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Per-user isolation — no IP or port conflicts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  <a:latin typeface="Segoe UI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Device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Real-time status bar showing IMEI, SIM State,</a:t>
            </a:r>
            <a:br/>
            <a:r>
              <a:t>Service State, Radio State, Region, SW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D93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One-Click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Execute 50+ telephony commands with pass/fail</a:t>
            </a:r>
            <a:br/>
            <a:r>
              <a:t>validation using pattern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E676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Automated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Configure test sequences, set iterations, pause/</a:t>
            </a:r>
            <a:br/>
            <a:r>
              <a:t>resume, and export CSV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8872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C5CE7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DLT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Auto-configures TCP proxy per user for DLT log</a:t>
            </a:r>
            <a:br/>
            <a:r>
              <a:t>forwarding — no manual setup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A502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Multi-User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Each user gets unique client ID, isolated config,</a:t>
            </a:r>
            <a:br/>
            <a:r>
              <a:t>separate DLT ports — zero conflicts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84048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4444"/>
                </a:solidFill>
                <a:latin typeface="Segoe UI"/>
              </a:defRPr>
            </a:pPr>
            <a: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480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Global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Real-time popups for ADB changes, IMEI writes,</a:t>
            </a:r>
            <a:br/>
            <a:r>
              <a:t>and system events across all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4048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80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Multi-Model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Toyota, JLR, BMW WAVE LOW/HIGH with auto-</a:t>
            </a:r>
            <a:br/>
            <a:r>
              <a:t>detection based on device software 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840480"/>
            <a:ext cx="2697480" cy="23774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D93D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480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Add/remove models, commands, categories</a:t>
            </a:r>
            <a:br/>
            <a:r>
              <a:t>dynamically without code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51206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00400" cy="2743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HTML5 + CSS3 + JavaScript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Modern responsive UI with dark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Vanilla JS (No frameworks)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Zero dependencies, fast load, easy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CSS Variables &amp; Glassmorphism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Premium dark-mode design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Fetch API + Async/Await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Non-blocking server communication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657600" cy="51206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200400" cy="27432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Node.js + Express.js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Lightweight, event-driven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ADB (Android Debug Bridge)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Device communication via USB/TCP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net (TCP Module)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DLT proxy bridge for log forwarding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child_process (execAsync)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Shell command execution with timeout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280160"/>
            <a:ext cx="3657600" cy="51206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2"/>
                </a:solidFill>
                <a:latin typeface="Segoe UI"/>
              </a:defRPr>
            </a:pPr>
            <a:r>
              <a:t>TOOLING &amp;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28800"/>
            <a:ext cx="3200400" cy="27432"/>
          </a:xfrm>
          <a:prstGeom prst="round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pkg (by Vercel)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Compiles to standalone .exe — no Node.js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Single Binary Distribution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TelephonyManager.exe — just double-click to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sessionStorage + localStorage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Client-side state persistence per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JSON-based Config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Dynamic model/command management via JSON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ARCHITECTURE  —  How the Server Connects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BROWSER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2743200" cy="8229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 User A  (Tab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clientId: client_a_1xxx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834639"/>
            <a:ext cx="2743200" cy="8229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880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 User B  (Tab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clientId: client_b_2xxx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2743200" cy="8229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 User C  (Tab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clientId: client_c_3xxx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EXPRESS.JS SERVER  (Port 3000)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737360"/>
            <a:ext cx="4572000" cy="4389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⚙️  Request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103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Maps X-Client-ID header to per-user config</a:t>
            </a:r>
            <a:br/>
            <a:r>
              <a:t>(userConfigs Map: clientId → {serial, adb, model})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📋  Command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Executes ADB commands via child_process</a:t>
            </a:r>
            <a:br/>
            <a:r>
              <a:t>with timeout, caching &amp; pattern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💾  Device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10s TTL cache with Promise.allSettled</a:t>
            </a:r>
            <a:br/>
            <a:r>
              <a:t>Stale-cache fallback prevents UI flickering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🔔  Notification Bus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120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Global notification array polled by all clients</a:t>
            </a:r>
            <a:br/>
            <a:r>
              <a:t>ADB changes, IMEI writes broadcast to everyone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Segoe UI"/>
              </a:defRPr>
            </a:pPr>
            <a:r>
              <a:t>TARGET DEVICES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737360"/>
            <a:ext cx="2743200" cy="12801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📱  Device A (Toyota)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adb1 -s SERIAL_A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USB / TCP-IP Connected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566160"/>
            <a:ext cx="2743200" cy="12801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📱  Device B (BMW)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023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adb1 -s SERIAL_B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389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USB / TCP-IP Connected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" y="5569567"/>
            <a:ext cx="11612880" cy="137160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669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D93D"/>
                </a:solidFill>
                <a:latin typeface="Segoe UI"/>
              </a:defRPr>
            </a:pPr>
            <a:r>
              <a:rPr dirty="0"/>
              <a:t>💡  KEY: Per-User Isolation via X-Client-ID Header</a:t>
            </a:r>
          </a:p>
          <a:p>
            <a:pPr>
              <a:spcAft>
                <a:spcPts val="6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Every browser tab generates a unique </a:t>
            </a:r>
            <a:r>
              <a:rPr dirty="0" err="1"/>
              <a:t>clientId</a:t>
            </a:r>
            <a:r>
              <a:rPr dirty="0"/>
              <a:t> (stored in </a:t>
            </a:r>
            <a:r>
              <a:rPr dirty="0" err="1"/>
              <a:t>sessionStorage</a:t>
            </a:r>
            <a:r>
              <a:rPr dirty="0"/>
              <a:t>). All API calls include this ID as an HTTP header.</a:t>
            </a:r>
          </a:p>
          <a:p>
            <a:pPr>
              <a:spcAft>
                <a:spcPts val="6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The server maintains a Map&lt;</a:t>
            </a:r>
            <a:r>
              <a:rPr dirty="0" err="1"/>
              <a:t>clientId</a:t>
            </a:r>
            <a:r>
              <a:rPr dirty="0"/>
              <a:t>, {serial, </a:t>
            </a:r>
            <a:r>
              <a:rPr dirty="0" err="1"/>
              <a:t>adbBinary</a:t>
            </a:r>
            <a:r>
              <a:rPr dirty="0"/>
              <a:t>, model}&gt; so each user independently targets their own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DLT BRIDGE  —  How Each User Gets Isolated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DLT VIEWER</a:t>
            </a:r>
            <a:br/>
            <a:r>
              <a:t>(User's PC)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3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PUBLIC PORT</a:t>
            </a:r>
            <a:br/>
            <a:r>
              <a:t>(Unique per 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TCP PROXY</a:t>
            </a:r>
            <a:br/>
            <a:r>
              <a:t>(Node.js 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ADB FORWARD</a:t>
            </a:r>
            <a:br/>
            <a:r>
              <a:t>(Internal 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DEVICE</a:t>
            </a:r>
            <a:br/>
            <a:r>
              <a:t>(Target)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46" y="20116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86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🖥️  User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86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DLT Viewer</a:t>
            </a:r>
            <a:br/>
            <a:r>
              <a:t>Port 3490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86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2FF"/>
                </a:solidFill>
                <a:latin typeface="Segoe UI"/>
              </a:defRPr>
            </a:pPr>
            <a:r>
              <a:t>client_a_1xxx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46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66" y="20116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4706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TCP Proxy</a:t>
            </a:r>
            <a:br/>
            <a:r>
              <a:t>0.0.0.0:3490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66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86" y="20116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26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ADB Forward</a:t>
            </a:r>
            <a:br/>
            <a:r>
              <a:t>localhost:4490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86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706" y="20116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46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Device A</a:t>
            </a:r>
            <a:br/>
            <a:r>
              <a:t>tcp:3490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46" y="33832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86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🖥️  User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86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DLT Viewer</a:t>
            </a:r>
            <a:br/>
            <a:r>
              <a:t>Port 3491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86" y="4069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E676"/>
                </a:solidFill>
                <a:latin typeface="Segoe UI"/>
              </a:defRPr>
            </a:pPr>
            <a:r>
              <a:t>client_b_2xxx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46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66" y="33832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54706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TCP Proxy</a:t>
            </a:r>
            <a:br/>
            <a:r>
              <a:t>0.0.0.0:3491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66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86" y="33832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26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ADB Forward</a:t>
            </a:r>
            <a:br/>
            <a:r>
              <a:t>localhost:4491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86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706" y="33832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46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Device B</a:t>
            </a:r>
            <a:br/>
            <a:r>
              <a:t>tcp:3490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46" y="47548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86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🖥️  User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86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DLT Viewer</a:t>
            </a:r>
            <a:br/>
            <a:r>
              <a:t>Port 3492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86" y="54406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A502"/>
                </a:solidFill>
                <a:latin typeface="Segoe UI"/>
              </a:defRPr>
            </a:pPr>
            <a:r>
              <a:t>client_c_3xxx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46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3266" y="47548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54706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TCP Proxy</a:t>
            </a:r>
            <a:br/>
            <a:r>
              <a:t>0.0.0.0:3492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66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86" y="47548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26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ADB Forward</a:t>
            </a:r>
            <a:br/>
            <a:r>
              <a:t>localhost:4492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86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26706" y="4754880"/>
            <a:ext cx="2103120" cy="100584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46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Device A</a:t>
            </a:r>
            <a:br/>
            <a:r>
              <a:t>tcp:3490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700168"/>
            <a:ext cx="9144000" cy="109728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5773794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D93D"/>
                </a:solidFill>
                <a:latin typeface="Segoe UI"/>
              </a:defRPr>
            </a:pPr>
            <a:r>
              <a:rPr dirty="0"/>
              <a:t>🔑  How Isolation Works</a:t>
            </a:r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• Each user picks a UNIQUE public port (e.g., 3490, 3491, 3492)</a:t>
            </a:r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• Server creates an independent TCP proxy per port, tracked by </a:t>
            </a:r>
            <a:r>
              <a:rPr dirty="0" err="1"/>
              <a:t>clientId</a:t>
            </a:r>
            <a:endParaRPr dirty="0"/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• When a tab closes (</a:t>
            </a:r>
            <a:r>
              <a:rPr dirty="0" err="1"/>
              <a:t>beforeunload</a:t>
            </a:r>
            <a:r>
              <a:rPr dirty="0"/>
              <a:t>), the proxy is auto-destroyed using </a:t>
            </a:r>
            <a:r>
              <a:rPr dirty="0" err="1"/>
              <a:t>sendBeacon</a:t>
            </a:r>
            <a:endParaRPr dirty="0"/>
          </a:p>
        </p:txBody>
      </p:sp>
      <p:sp>
        <p:nvSpPr>
          <p:cNvPr id="51" name="Rounded Rectangle 50"/>
          <p:cNvSpPr/>
          <p:nvPr/>
        </p:nvSpPr>
        <p:spPr>
          <a:xfrm>
            <a:off x="9601200" y="5700168"/>
            <a:ext cx="2286000" cy="109728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572629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4444"/>
                </a:solidFill>
                <a:latin typeface="Segoe UI"/>
              </a:defRPr>
            </a:pPr>
            <a:r>
              <a:rPr dirty="0"/>
              <a:t>🧹  Auto Cleanup</a:t>
            </a:r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Tab closes →</a:t>
            </a:r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Proxy destroyed +</a:t>
            </a:r>
          </a:p>
          <a:p>
            <a:pPr>
              <a:spcAft>
                <a:spcPts val="6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ADB forward removed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GLOBAL NOTIFICATION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Segoe UI"/>
              </a:defRPr>
            </a:pPr>
            <a:r>
              <a:t>Real-time cross-user notifications — when one user makes a system change, ALL users are alerted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6858000" cy="45720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⚙️ 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1. EVENT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A user performs an action that affects all users</a:t>
            </a:r>
            <a:br/>
            <a:r>
              <a:t>(e.g., switches ADB binary, writes IMEI,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2. SERVER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54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Server calls addGlobalNotification(type, user, message)</a:t>
            </a:r>
            <a:br/>
            <a:r>
              <a:t>Stored in globalNotifications array (last 10 kept)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2"/>
                </a:solidFill>
                <a:latin typeface="Segoe UI"/>
              </a:defRPr>
            </a:pPr>
            <a:r>
              <a:t>3. CLIENT POLLS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Every 5s, checkDeviceStatus() fetches /api/device-status</a:t>
            </a:r>
            <a:br/>
            <a:r>
              <a:t>Response includes notifications[]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Segoe UI"/>
              </a:defRPr>
            </a:pPr>
            <a:r>
              <a:t>4. NEW? → POPUP!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92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Client checks seenNotifIds (localStorage)</a:t>
            </a:r>
            <a:br/>
            <a:r>
              <a:t>If new → shows animated system popup with icon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737360"/>
            <a:ext cx="4297680" cy="45720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🔔  Notification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377440"/>
            <a:ext cx="3931920" cy="109728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⚙️  ADB Binary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Segoe UI"/>
              </a:defRPr>
            </a:pPr>
            <a:r>
              <a:t>When any user switches between</a:t>
            </a:r>
            <a:br/>
            <a:r>
              <a:t>adb1 / adb2 / custom binary</a:t>
            </a:r>
            <a:br/>
            <a:r>
              <a:t>→ All clients auto-sync their binary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703320"/>
            <a:ext cx="3931920" cy="109728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🆔  IMEI Write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069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Segoe UI"/>
              </a:defRPr>
            </a:pPr>
            <a:r>
              <a:t>When IMEI is written to device</a:t>
            </a:r>
            <a:br/>
            <a:r>
              <a:t>→ All users see updated IMEI</a:t>
            </a:r>
            <a:br/>
            <a:r>
              <a:t>immediately on their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029200"/>
            <a:ext cx="3931920" cy="109728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2"/>
                </a:solidFill>
                <a:latin typeface="Segoe UI"/>
              </a:defRPr>
            </a:pPr>
            <a:r>
              <a:t>📢  System Announcements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394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Segoe UI"/>
              </a:defRPr>
            </a:pPr>
            <a:r>
              <a:t>Server-push messages for</a:t>
            </a:r>
            <a:br/>
            <a:r>
              <a:t>maintenance, updates, or</a:t>
            </a:r>
            <a:br/>
            <a:r>
              <a:t>critical device state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MULTI-MODEL SUPPORT &amp; AUTO-DETECTION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Toyota</a:t>
            </a:r>
            <a:br/>
            <a:r>
              <a:t>(Single SIM)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Standard sldd path</a:t>
            </a:r>
            <a:br/>
            <a:r>
              <a:t>50+ commands</a:t>
            </a:r>
            <a:br/>
            <a:r>
              <a:t>Region support: IN, AE, SA, JP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Toyota</a:t>
            </a:r>
            <a:br/>
            <a:r>
              <a:t>(Dual SIM)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Dual SIM commands</a:t>
            </a:r>
            <a:br/>
            <a:r>
              <a:t>SIM slot selection</a:t>
            </a:r>
            <a:br/>
            <a:r>
              <a:t>Extended telephony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JLR</a:t>
            </a:r>
            <a:br/>
            <a:r>
              <a:t>(Single SIM)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JLR-specific commands</a:t>
            </a:r>
            <a:br/>
            <a:r>
              <a:t>Single SIM variant</a:t>
            </a:r>
            <a:br/>
            <a:r>
              <a:t>Custom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8619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JLR</a:t>
            </a:r>
            <a:br/>
            <a:r>
              <a:t>(Dual SIM)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Dual SIM support</a:t>
            </a:r>
            <a:br/>
            <a:r>
              <a:t>JLR platform</a:t>
            </a:r>
            <a:br/>
            <a:r>
              <a:t>Full command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749039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88619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BMW</a:t>
            </a:r>
            <a:br/>
            <a:r>
              <a:t>(WAVE LOW)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6634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Path: /usr/bin/factory/sldd</a:t>
            </a:r>
            <a:br/>
            <a:r>
              <a:t>getradiostate (numeric)</a:t>
            </a:r>
            <a:br/>
            <a:r>
              <a:t>setradiopower 0/1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566160" cy="21031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388619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🚗  BMW</a:t>
            </a:r>
            <a:br/>
            <a:r>
              <a:t>(WAVE HIGH)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Dual SIM BMW</a:t>
            </a:r>
            <a:br/>
            <a:r>
              <a:t>/usr/bin/factory/sldd</a:t>
            </a:r>
            <a:br/>
            <a:r>
              <a:t>Auto-detected via SW 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943600"/>
            <a:ext cx="11430000" cy="731520"/>
          </a:xfrm>
          <a:prstGeom prst="roundRect">
            <a:avLst/>
          </a:prstGeom>
          <a:solidFill>
            <a:srgbClr val="14162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🤖  AUTO-DETECTION:  Server reads 'cat etc/version' → If output contains 'WAVE' → auto-switches to BMW model</a:t>
            </a:r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Also uses sticky version cache: if version read fails temporarily, the model doesn't flip back. Smooth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AUTOMATED REGRESSION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3035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🔄  Regression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Configure test sequences — drag &amp; drop command ordering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Set iteration count (1 to 1000+ cycles)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Per-step configurable delay (e.g., 5s between commands)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Custom parameters for Dial / SMS steps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Pause / Resume mid-regression without losing progress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Stop at any time — results preserved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Live progress bar with current iteration / total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Real-time PASS / FAIL count on screen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Module-based quick selection (add all SIM, Network, Call commands)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E676"/>
                </a:solidFill>
                <a:latin typeface="Segoe UI"/>
              </a:rPr>
              <a:t>●  </a:t>
            </a:r>
            <a:r>
              <a:rPr sz="1300">
                <a:solidFill>
                  <a:srgbClr val="BBBBCC"/>
                </a:solidFill>
                <a:latin typeface="Segoe UI"/>
              </a:rPr>
              <a:t>Detailed timestamped log for every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577840" cy="27432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📊  CSV Export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BBBCC"/>
                </a:solidFill>
                <a:latin typeface="Segoe UI"/>
              </a:defRPr>
            </a:pPr>
            <a:r>
              <a:t>One-click export generates a CSV with:</a:t>
            </a:r>
          </a:p>
          <a:p>
            <a:pPr>
              <a:spcAft>
                <a:spcPts val="600"/>
              </a:spcAft>
              <a:defRPr sz="600" b="0">
                <a:solidFill>
                  <a:srgbClr val="8888AA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t>• Iteration #  |  Step #  |  Timestamp</a:t>
            </a:r>
          </a:p>
          <a:p>
            <a:pPr>
              <a:spcAft>
                <a:spcPts val="6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t>• Command Name  |  Command ID</a:t>
            </a:r>
          </a:p>
          <a:p>
            <a:pPr>
              <a:spcAft>
                <a:spcPts val="6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t>• Full Output  |  PASS / FAIL Status</a:t>
            </a:r>
          </a:p>
          <a:p>
            <a:pPr>
              <a:spcAft>
                <a:spcPts val="600"/>
              </a:spcAft>
              <a:defRPr sz="600" b="0">
                <a:solidFill>
                  <a:srgbClr val="8888AA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100" b="0">
                <a:solidFill>
                  <a:srgbClr val="8888AA"/>
                </a:solidFill>
                <a:latin typeface="Segoe UI"/>
              </a:defRPr>
            </a:pPr>
            <a:r>
              <a:t>File: regression_report_{model}_{timestamp}.csv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577840" cy="22860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✅  Smart PASS/FAIL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Commands are auto-validated using regex patterns:</a:t>
            </a:r>
          </a:p>
          <a:p>
            <a:pPr>
              <a:spcAft>
                <a:spcPts val="600"/>
              </a:spcAft>
              <a:defRPr sz="600" b="0">
                <a:solidFill>
                  <a:srgbClr val="8888AA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 b="0">
                <a:solidFill>
                  <a:srgbClr val="FFD93D"/>
                </a:solidFill>
                <a:latin typeface="Segoe UI"/>
              </a:defRPr>
            </a:pPr>
            <a:r>
              <a:t>• SIM State → expects numeric state value</a:t>
            </a:r>
          </a:p>
          <a:p>
            <a:pPr>
              <a:spcAft>
                <a:spcPts val="600"/>
              </a:spcAft>
              <a:defRPr sz="1200" b="0">
                <a:solidFill>
                  <a:srgbClr val="FFD93D"/>
                </a:solidFill>
                <a:latin typeface="Segoe UI"/>
              </a:defRPr>
            </a:pPr>
            <a:r>
              <a:t>• Network Type → accepts ANY numeric type (not hardcoded)</a:t>
            </a:r>
          </a:p>
          <a:p>
            <a:pPr>
              <a:spcAft>
                <a:spcPts val="600"/>
              </a:spcAft>
              <a:defRPr sz="1200" b="0">
                <a:solidFill>
                  <a:srgbClr val="FFD93D"/>
                </a:solidFill>
                <a:latin typeface="Segoe UI"/>
              </a:defRPr>
            </a:pPr>
            <a:r>
              <a:t>• EID → passes even if empty (eUICC optional)</a:t>
            </a:r>
          </a:p>
          <a:p>
            <a:pPr>
              <a:spcAft>
                <a:spcPts val="600"/>
              </a:spcAft>
              <a:defRPr sz="1200" b="0">
                <a:solidFill>
                  <a:srgbClr val="FFD93D"/>
                </a:solidFill>
                <a:latin typeface="Segoe UI"/>
              </a:defRPr>
            </a:pPr>
            <a:r>
              <a:t>• Radio State → supports both Toyota &amp; BMW formats</a:t>
            </a:r>
          </a:p>
          <a:p>
            <a:pPr>
              <a:spcAft>
                <a:spcPts val="600"/>
              </a:spcAft>
              <a:defRPr sz="1200" b="0">
                <a:solidFill>
                  <a:srgbClr val="FFD93D"/>
                </a:solidFill>
                <a:latin typeface="Segoe UI"/>
              </a:defRPr>
            </a:pPr>
            <a:r>
              <a:t>• Custom patterns per command 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DEPLOYMENT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🚀  How to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1.  Copy TelephonyManager.exe to setup PC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2.  Connect device via USB (or ADB over TCP/IP)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3.  Double-click TelephonyManager.exe to start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4.  Open browser: http://localhost:3000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5.  Share IP with team: http://&lt;PC-IP&gt;:3000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E676"/>
                </a:solidFill>
                <a:latin typeface="Segoe UI"/>
              </a:rPr>
              <a:t>●  </a:t>
            </a:r>
            <a:r>
              <a:rPr sz="1400">
                <a:solidFill>
                  <a:srgbClr val="BBBBCC"/>
                </a:solidFill>
                <a:latin typeface="Segoe UI"/>
              </a:rPr>
              <a:t>6.  Each user opens their own tab — done! 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5486400" cy="22860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📈  Impact vs Remote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Segoe UI"/>
              </a:defRPr>
            </a:pPr>
            <a:r>
              <a:t>Setup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30+ min → 10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Segoe UI"/>
              </a:defRPr>
            </a:pPr>
            <a:r>
              <a:t>Concurrent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166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1 (single session) →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Segoe UI"/>
              </a:defRPr>
            </a:pPr>
            <a:r>
              <a:t>Bandwidth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High (screen streaming) → Minimal (JSON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Segoe UI"/>
              </a:defRPr>
            </a:pPr>
            <a:r>
              <a:t>Regression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Fully manual → Fully automated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Segoe UI"/>
              </a:defRPr>
            </a:pPr>
            <a:r>
              <a:t>DLT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Manual per-PC config → Auto per-user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577840" cy="53035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286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Segoe UI"/>
              </a:defRPr>
            </a:pPr>
            <a:r>
              <a:t>Questions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484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88AA"/>
                </a:solidFill>
                <a:latin typeface="Segoe UI"/>
              </a:defRPr>
            </a:pPr>
            <a:r>
              <a:rPr dirty="0"/>
              <a:t>Developed by: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Nitish</a:t>
            </a:r>
            <a:r>
              <a:rPr dirty="0"/>
              <a:t> Kumar</a:t>
            </a:r>
          </a:p>
          <a:p>
            <a:pPr>
              <a:spcAft>
                <a:spcPts val="600"/>
              </a:spcAft>
              <a:defRPr sz="1300" b="0">
                <a:solidFill>
                  <a:srgbClr val="8888AA"/>
                </a:solidFill>
                <a:latin typeface="Segoe UI"/>
              </a:defRPr>
            </a:pPr>
            <a:r>
              <a:rPr dirty="0"/>
              <a:t>Connected Service Unit  |  LG Electronics</a:t>
            </a:r>
          </a:p>
          <a:p>
            <a:pPr>
              <a:spcAft>
                <a:spcPts val="600"/>
              </a:spcAft>
              <a:defRPr sz="1000" b="0">
                <a:solidFill>
                  <a:srgbClr val="8888AA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rPr dirty="0"/>
              <a:t>📧  nitish10.kumar@lge.com</a:t>
            </a:r>
          </a:p>
          <a:p>
            <a:pPr>
              <a:spcAft>
                <a:spcPts val="6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rPr dirty="0"/>
              <a:t>🌐  http</a:t>
            </a:r>
            <a:r>
              <a:rPr dirty="0" smtClean="0"/>
              <a:t>://</a:t>
            </a:r>
            <a:r>
              <a:rPr lang="en-IN" dirty="0" err="1" smtClean="0"/>
              <a:t>si-nitishk</a:t>
            </a:r>
            <a:r>
              <a:rPr dirty="0" smtClean="0"/>
              <a:t>:3000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1276</Words>
  <Application>Microsoft Office PowerPoint</Application>
  <PresentationFormat>Custom</PresentationFormat>
  <Paragraphs>245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nitish10.kumar</cp:lastModifiedBy>
  <cp:revision>8</cp:revision>
  <dcterms:created xsi:type="dcterms:W3CDTF">2013-01-27T09:14:16Z</dcterms:created>
  <dcterms:modified xsi:type="dcterms:W3CDTF">2026-02-12T07:28:10Z</dcterms:modified>
  <cp:category/>
</cp:coreProperties>
</file>